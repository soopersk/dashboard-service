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Service  —  One Foundation, Every Calculator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data &amp; intelligence layer that turns bespoke monitoring into a repeatable pipeline.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1672" cy="38404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53312"/>
            <a:ext cx="73152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53312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FOUNDATION DELIVERED:  </a:t>
            </a:r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Observability backend service  •  Real-time SLA evaluation engine  •  AmpliFi automated dashboards  •  Performance Card View  •  Audit-ready data foundation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4114800" cy="21945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83664"/>
            <a:ext cx="73152" cy="2194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66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ONBOARDING 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trike="sngStrike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~4–6 wks</a:t>
            </a:r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4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wks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new calculator — monitoring, dashboards and SLA tracking auto-provisioned via the central data pipeline.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benefit: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NSFR + Capital calculators onboarding at platform pace, not project pace.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28032" y="1883664"/>
            <a:ext cx="6812280" cy="65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883664"/>
            <a:ext cx="54864" cy="6522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98424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249424"/>
            <a:ext cx="64648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calculator runtime data flows into one schema, one SLA model, one audit trail — business, operations and audit see the same numbers.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28032" y="2654808"/>
            <a:ext cx="6812280" cy="65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2654808"/>
            <a:ext cx="54864" cy="6522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75539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DEEPER INSIGHTS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020568"/>
            <a:ext cx="64648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data foundation unlocks analytics previously infeasible per-calculator: performance trends, failure-rate tracking, runtime cost attribution, comparative SLA views.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28032" y="3425952"/>
            <a:ext cx="6812280" cy="65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425952"/>
            <a:ext cx="54864" cy="6522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52653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791712"/>
            <a:ext cx="64648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subsequent calculator inherits enterprise-grade observability at flat infrastructure cost within current capacity envelope.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HARD BENEFITS  —  enabled by H1 foundation and Q3 deliverables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498848"/>
            <a:ext cx="2663190" cy="15727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498848"/>
            <a:ext cx="73152" cy="15727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626864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" y="4846320"/>
            <a:ext cx="23522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9808" y="530352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auto-detection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 ↓ manual triage effort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" y="5797296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 Breach Detection (Jul)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58134" y="4498848"/>
            <a:ext cx="2663190" cy="15727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3358134" y="4498848"/>
            <a:ext cx="73152" cy="15727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3559302" y="4626864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59302" y="4846320"/>
            <a:ext cx="23522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&lt;400 ms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559302" y="530352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 UI query latency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queries within SLA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59302" y="5797296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 (Jul)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67628" y="4498848"/>
            <a:ext cx="2663190" cy="15727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9" name="Shape 37"/>
          <p:cNvSpPr/>
          <p:nvPr/>
        </p:nvSpPr>
        <p:spPr>
          <a:xfrm>
            <a:off x="6167628" y="4498848"/>
            <a:ext cx="73152" cy="15727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6368796" y="4626864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EFFICIENCY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68796" y="4846320"/>
            <a:ext cx="23522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368796" y="530352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release effort per calculator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+ task-state app decommission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68796" y="5797296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integration (Aug)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977122" y="4498848"/>
            <a:ext cx="2663190" cy="15727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5" name="Shape 43"/>
          <p:cNvSpPr/>
          <p:nvPr/>
        </p:nvSpPr>
        <p:spPr>
          <a:xfrm>
            <a:off x="8977122" y="4498848"/>
            <a:ext cx="73152" cy="15727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6" name="Text 44"/>
          <p:cNvSpPr/>
          <p:nvPr/>
        </p:nvSpPr>
        <p:spPr>
          <a:xfrm>
            <a:off x="9178290" y="4626864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VISIBILITY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178290" y="4846320"/>
            <a:ext cx="23522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178290" y="530352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 calculator coverage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onboarded calc framework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178290" y="5797296"/>
            <a:ext cx="2334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+ LnF Dashboards (Jul–Sep)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8640" y="619963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calculator inherits enterprise-grade observability from day one — no bespoke build, no reconciliation, no lag between business need and operational visibility.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332720" y="6629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Dense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Service  —  One Foundation, Every Calculator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data &amp; intelligence layer that turns bespoke monitoring into a repeatable pipeline.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91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691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ONBOARDING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trike="sngStrike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~4–6 wks</a:t>
            </a:r>
            <a:pPr indent="0" marL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indent="0" marL="0">
              <a:buNone/>
            </a:pPr>
            <a:r>
              <a:rPr lang="en-US" sz="5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wks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83680" y="1645920"/>
            <a:ext cx="0" cy="114300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591056"/>
            <a:ext cx="4828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new calculator —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dashboards and SLA tracking auto-provisioned via the central data pipeline.
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beneficiaries: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NSFR + Capital calculators onboarding at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pace, not project pace.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82696"/>
            <a:ext cx="54864" cy="1554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44728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7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373989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calculator runtime data flows into one schema, one SLA model, one audit trail. Business, operations and audit see the same numbers — no reconciliation overhead.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88536" y="3282696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3282696"/>
            <a:ext cx="54864" cy="1554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344728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7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DEEPER INSIGHTS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07992" y="373989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foundation enables analytics previously infeasible per-calculator: performance trends, failure-rate tracking, runtime cost attribution, comparative SLA views.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28432" y="3282696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8432" y="3282696"/>
            <a:ext cx="54864" cy="1554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344728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7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SCALE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47888" y="373989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subsequent calculator inherits enterprise-grade observability. Platform scales at flat infrastructure cost within current capacity envelope.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038344"/>
            <a:ext cx="3599688" cy="12252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5038344"/>
            <a:ext cx="73152" cy="1225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5166360"/>
            <a:ext cx="323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" y="5404104"/>
            <a:ext cx="323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68096" y="5897880"/>
            <a:ext cx="323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auto-detection;  50–70% ↓ triage effort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4632" y="5038344"/>
            <a:ext cx="3599688" cy="12252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8" name="Shape 26"/>
          <p:cNvSpPr/>
          <p:nvPr/>
        </p:nvSpPr>
        <p:spPr>
          <a:xfrm>
            <a:off x="4294632" y="5038344"/>
            <a:ext cx="73152" cy="1225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88" y="5166360"/>
            <a:ext cx="323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14088" y="5404104"/>
            <a:ext cx="323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&lt;400 ms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14088" y="5897880"/>
            <a:ext cx="323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 UI query latency;  ~90% queries within SLA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0624" y="5038344"/>
            <a:ext cx="3599688" cy="12252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8040624" y="5038344"/>
            <a:ext cx="73152" cy="1225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8260080" y="5166360"/>
            <a:ext cx="323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VISIBILITY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60080" y="5404104"/>
            <a:ext cx="323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260080" y="5897880"/>
            <a:ext cx="323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 calculator coverage across the calc framework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39165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calculator inherits enterprise-grade observability from day one — no bespoke build, no reconciliation.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332720" y="6629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Less Dense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Observability Service — slide options</dc:title>
  <dc:subject>PptxGenJS Presentation</dc:subject>
  <dc:creator>Runtime POD</dc:creator>
  <cp:lastModifiedBy>Runtime POD</cp:lastModifiedBy>
  <cp:revision>1</cp:revision>
  <dcterms:created xsi:type="dcterms:W3CDTF">2026-07-10T02:57:16Z</dcterms:created>
  <dcterms:modified xsi:type="dcterms:W3CDTF">2026-07-10T02:57:16Z</dcterms:modified>
</cp:coreProperties>
</file>