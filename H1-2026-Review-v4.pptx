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1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23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 Runtime POD  —  Delivery Highlights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against Q1/Q2 priorities, and key business outcomes.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49474" cy="85953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8595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44752"/>
            <a:ext cx="2411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 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&amp; reporting effort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62706" y="1371600"/>
            <a:ext cx="2649474" cy="85953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Shape 7"/>
          <p:cNvSpPr/>
          <p:nvPr/>
        </p:nvSpPr>
        <p:spPr>
          <a:xfrm>
            <a:off x="3362706" y="1371600"/>
            <a:ext cx="64008" cy="8595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3527298" y="1444752"/>
            <a:ext cx="2411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45586" y="1828800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 (AI-enabled)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6772" y="1371600"/>
            <a:ext cx="2649474" cy="85953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6772" y="1371600"/>
            <a:ext cx="64008" cy="8595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6341364" y="1444752"/>
            <a:ext cx="2411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+212% / −51%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9652" y="1828800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/ lead time (Agile-coach recognised)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90838" y="1371600"/>
            <a:ext cx="2649474" cy="859536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8990838" y="1371600"/>
            <a:ext cx="64008" cy="8595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9155430" y="1444752"/>
            <a:ext cx="2411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73718" y="1828800"/>
            <a:ext cx="23751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VM15 critical vulnerabilities closed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432304"/>
            <a:ext cx="11091672" cy="32918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243230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89504" y="2432304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CAPABILITY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55664" y="243230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/ ADOPTION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50224" y="2432304"/>
            <a:ext cx="2935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2743200"/>
            <a:ext cx="11091672" cy="228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2816352"/>
            <a:ext cx="1993392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889504" y="2816352"/>
            <a:ext cx="3310128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intelligence layer; runtime data capture; AmpliFi automated dashboards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55664" y="2816352"/>
            <a:ext cx="1938528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Layer; Airflow integration</a:t>
            </a:r>
          </a:p>
          <a:p>
            <a:pPr marL="0" indent="0">
              <a:lnSpc>
                <a:spcPct val="118000"/>
              </a:lnSpc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650224" y="2816352"/>
            <a:ext cx="28803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simplification — 60–70% ↓ manual monitoring effort compared to manual monitoring ; audit-ready runtime data enabling analytics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3507638"/>
            <a:ext cx="11091672" cy="74615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3507638"/>
            <a:ext cx="11091672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3562502"/>
            <a:ext cx="1993392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Visibility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Status Monitoring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889504" y="3562502"/>
            <a:ext cx="3310128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updated SLA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Status Monitoring</a:t>
            </a:r>
          </a:p>
        </p:txBody>
      </p:sp>
      <p:sp>
        <p:nvSpPr>
          <p:cNvPr id="34" name="Text 32"/>
          <p:cNvSpPr/>
          <p:nvPr/>
        </p:nvSpPr>
        <p:spPr>
          <a:xfrm>
            <a:off x="6455664" y="3562502"/>
            <a:ext cx="1938528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Calculators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LRD/RWA statuses</a:t>
            </a:r>
            <a:endParaRPr lang="en-US" sz="950" dirty="0"/>
          </a:p>
          <a:p>
            <a:pPr marL="0" indent="0">
              <a:lnSpc>
                <a:spcPct val="118000"/>
              </a:lnSpc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650224" y="3562502"/>
            <a:ext cx="28803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risk detection and reduced manual triage; foundation for proactive alerting in Q3.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253789"/>
            <a:ext cx="11091672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4308653"/>
            <a:ext cx="1993392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89504" y="4308653"/>
            <a:ext cx="3310128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 err="1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</a:t>
            </a: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Calcualtor</a:t>
            </a: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Status Dashboards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Card View (Single Calculator Page)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Run1/Run2 Feature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Card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55664" y="4308653"/>
            <a:ext cx="1938528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Calculators (Daily/Monthly)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NSFR HDL Process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650224" y="4308653"/>
            <a:ext cx="28803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transparency — self-service runtime/SLA insight enables faster business decisions.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4999939"/>
            <a:ext cx="11091672" cy="74615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4999939"/>
            <a:ext cx="11091672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" y="5054803"/>
            <a:ext cx="1993392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889504" y="5054803"/>
            <a:ext cx="3310128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ACD Airflow platform with tenant isolation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release cycles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55664" y="5054803"/>
            <a:ext cx="1938528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 teams onboarded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NSFR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650224" y="5054803"/>
            <a:ext cx="28803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readiness — scales to N+1 teams at flat infrastructure cost; secure autonomous team operations.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" y="5746090"/>
            <a:ext cx="11091672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" y="5800954"/>
            <a:ext cx="1993392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 Reduction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889504" y="5800954"/>
            <a:ext cx="3310128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VM15 critical vulnerability remediation programme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455664" y="5800954"/>
            <a:ext cx="1938528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critical items in scope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650224" y="5800954"/>
            <a:ext cx="28803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control — full compliance baseline; materially strengthened platform risk posture.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—  End-State Vision &amp; Benefit Realisation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Runtime POD platform will look like by end of Q3, with measurable and qualitative benefits.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84124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8412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813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END-OF-Q3 VISION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55648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proactive, multi-tenant observability platform with live SLA tracking, and a modernized orchestration platform ready to support onboarding of new calculators at scale.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54406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50592"/>
            <a:ext cx="73152" cy="40416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9689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6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BENEFITS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8895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economic and operational outcomes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3273552"/>
            <a:ext cx="50017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proactive SLA breach detection &amp; alerting replaces manual triage across the estate.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3787140"/>
            <a:ext cx="50017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improvement</a:t>
            </a: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stage-based SLA with cross-team attribution creates clear ownership for Capital calculator breaches; tenant-specific entitlements tighten access controls.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" y="4300728"/>
            <a:ext cx="50017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stability</a:t>
            </a: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PostgreSQL EoL avoided via v14→v17; VM15 remediation continued; Airflow infra &amp; resource optimization; modernisation phase-1 begins.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4814316"/>
            <a:ext cx="50017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Redis caching reduces AmpliFi UI query latency — faster dashboard responsiveness for business users.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5327904"/>
            <a:ext cx="50017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efficiency</a:t>
            </a: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IPV app decommissioned via Cairo integration; multi-tenant Release Process Framework enables tenant-independent releases at flat infrastructure cost.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5841492"/>
            <a:ext cx="50017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visibility</a:t>
            </a: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NSFR Performance Card , LnF AmpliFi Dashboard and LnF Legacy Dashboard integration expand observability coverage.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08776" y="2454550"/>
            <a:ext cx="54406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199632" y="2450592"/>
            <a:ext cx="73152" cy="40416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259689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6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BENEFITS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3952" y="28895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Qualitative, organisational and trust-building outcomes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92240" y="3273552"/>
            <a:ext cx="50017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explainability</a:t>
            </a: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stage-based SLA model with cross-team attribution gives stage-by-stage view of Capital SLA performance, understandable to business stakeholders.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3872687"/>
            <a:ext cx="50017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confidence</a:t>
            </a: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proactive alerting + faster, consolidated dashboards build trust in platform reliability.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4383405"/>
            <a:ext cx="50017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transparency</a:t>
            </a: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LnF Legacy Dashboard consolidation eliminates fragmented operational views; cross-team SLA attribution clarifies accountability chains.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4814316"/>
            <a:ext cx="50017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83096" y="4979670"/>
            <a:ext cx="50017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support model</a:t>
            </a: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multi-tenant Release Process Framework (Aug) reduces cross-team co-ordination overhead.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5676900"/>
            <a:ext cx="500176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agility</a:t>
            </a: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Airflow modernisation phase-1 + platform performance gains (Redis, infra optimisation) accelerate future delivery cycles.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—  Release Schedule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monthly releases with business outcomes, scope, dependencies and benefit-realisation metrics.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1672" cy="329184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389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048256" y="13898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51376" y="13898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SCOPE / OUTPUT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328324" y="1383030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METRIC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700784"/>
            <a:ext cx="11091672" cy="228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1828800"/>
            <a:ext cx="1188720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kern="0" spc="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Proactive Monitoring &amp; Foundation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48256" y="1828800"/>
            <a:ext cx="1883664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SLA monitoring goes live; platform foundations strengthened (performance, security, modernisation)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51376" y="1828800"/>
            <a:ext cx="3712464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</a:t>
            </a: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integration (AmpliFi UI performance &amp; low latency); Live SLA Breach Detection &amp; Alerting; NSFR Performance Card</a:t>
            </a:r>
            <a:endParaRPr lang="en-US" sz="9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</a:t>
            </a: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Tenant-specific entitlements</a:t>
            </a:r>
            <a:endParaRPr lang="en-US" sz="9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NOPE — </a:t>
            </a: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PostgreSQL v14 → v17 migration; VM15 remediation (ongoing)</a:t>
            </a:r>
            <a:endParaRPr lang="en-US" sz="9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— </a:t>
            </a: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resource optimisation via key metrics analysis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328323" y="1815084"/>
            <a:ext cx="2260507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AmpliFi UI query latency (target &lt;300 </a:t>
            </a:r>
            <a:r>
              <a:rPr lang="en-US" sz="950" dirty="0" err="1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NSFR calculator perf/status pages</a:t>
            </a:r>
            <a:endParaRPr lang="en-US" sz="9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Improvements in SLA breach detection</a:t>
            </a:r>
            <a:endParaRPr lang="en-US" sz="9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EoL avoided</a:t>
            </a:r>
            <a:endParaRPr lang="en-US" sz="9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VM15 vulnerabilities closed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105912"/>
            <a:ext cx="11091672" cy="13868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105912"/>
            <a:ext cx="11091672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215640"/>
            <a:ext cx="1188720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kern="0" spc="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 &amp; Scale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48256" y="3215640"/>
            <a:ext cx="1883664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 decommissioned (Cairo); LnF dashboard live; multi-tenant release process established; Airflow modernisation discovery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51376" y="3215640"/>
            <a:ext cx="3712464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</a:t>
            </a: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integration with Observability (decommission IPV app); LnF AmpliFi UI Dashboard</a:t>
            </a:r>
            <a:endParaRPr lang="en-US" sz="9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/ Airflow — </a:t>
            </a: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resource optimisation (continued); Airflow modernisation — Correlation Service Integration (discovery phase); Release Process Framework for multi-tenant releases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8324" y="3341520"/>
            <a:ext cx="1728216" cy="96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IPV decommission status</a:t>
            </a:r>
          </a:p>
          <a:p>
            <a:pPr>
              <a:lnSpc>
                <a:spcPct val="122000"/>
              </a:lnSpc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task-state app decommissioned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# of NSFR calculators onboarded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4492752"/>
            <a:ext cx="11091672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4602480"/>
            <a:ext cx="1188720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kern="0" spc="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Maturity &amp; Airflow Modernisation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48256" y="4602480"/>
            <a:ext cx="1883664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SLA model with cross-team attribution live; legacy dashboards consolidated; Airflow modernisation phase-1 underway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51376" y="4602480"/>
            <a:ext cx="3712464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</a:t>
            </a: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duration-based SLA redesign with cross-team attribution; LnF Legacy Dashboard integration; New NSFR calculator dashboards</a:t>
            </a:r>
            <a:endParaRPr lang="en-US" sz="9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— </a:t>
            </a: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 phase-1 — Trigger Service / Control DAG redesigning</a:t>
            </a:r>
            <a:endParaRPr lang="en-US" sz="9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NOPE — </a:t>
            </a: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VM15 remediation (ongoing)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28324" y="4627299"/>
            <a:ext cx="1728216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Capital duration-based SLA</a:t>
            </a:r>
            <a:endParaRPr lang="en-US" sz="9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# of NSFR calculators on-boarded</a:t>
            </a:r>
            <a:endParaRPr lang="en-US" sz="9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Airflow modernisation phase-1 milestone</a:t>
            </a:r>
            <a:endParaRPr lang="en-US" sz="9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Vulnerability closure rate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5989320"/>
            <a:ext cx="11091672" cy="34747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5989320"/>
            <a:ext cx="73152" cy="34747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989320"/>
            <a:ext cx="10725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/ ONGOING:  </a:t>
            </a: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Airflow Platform support &amp; production incident management  •  LiFE Airflow Platform support  —  embedded across all releases.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release dates above are planned. </a:t>
            </a: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spirit of agile delivery, sequencing may move based on progress, dependency readiness, risks, and BRP decisions.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895</Words>
  <Application>Microsoft Office PowerPoint</Application>
  <PresentationFormat>Widescreen</PresentationFormat>
  <Paragraphs>112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H1 2026 Runtime POD Review</dc:title>
  <dc:subject>PptxGenJS Presentation</dc:subject>
  <dc:creator>Runtime POD</dc:creator>
  <cp:lastModifiedBy>Suryakant Routray</cp:lastModifiedBy>
  <cp:revision>17</cp:revision>
  <dcterms:created xsi:type="dcterms:W3CDTF">2026-06-29T04:52:36Z</dcterms:created>
  <dcterms:modified xsi:type="dcterms:W3CDTF">2026-06-29T05:56:25Z</dcterms:modified>
</cp:coreProperties>
</file>